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4A06"/>
          </a:solidFill>
          <a:ln w="12700">
            <a:solidFill>
              <a:srgbClr val="1E4A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73152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000000"/>
                </a:solidFill>
              </a:rPr>
              <a:t>🌿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Guardian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ጠባቂ ጥንካሬ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Crop Disease Advisor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Ethiopian Smallholder Farmers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even with no internet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374904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749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 Ethiopian Papers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grounded research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Languages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አማርኛ · Oromiffa · ትግርኛ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443484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4709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ads · No tracking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126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Gulilat Kasiye Worku (ጉልላት ካስዬ ዎርቁ)  |  gulilatkasiye4@gmail.com  |  +251 704 161 402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resilienceguardian.onrender.com  ·  App Score: 92–95/100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0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Million Ethiopian Farmers Have No AI Tool That Speaks Their Language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40–70% crop losses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preventable diseases — Enset, Teff, Wheat, Maize, Coffee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48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Existing apps fail Ethiopia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560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Plantix / Nuru don't know Enset or Teff. No Amharic. No Ethiopian research.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Low internet connectivity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farmers cannot rely on cloud-only tools in remote areas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65760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Language barrier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206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English-only. Ethiopia has 80+ languages. Farmers left behind.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Guardian: Built for Ethiopia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01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Triple AI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671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4 Scout + OpenRouter + Gemini — auto-failover. Never fails.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801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42 Diseases Offline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21671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crops fully diagnosed without internet. Works in remote areas.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0" y="169164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8013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Satellite NDVI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66760" y="21671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Sentinel-2 real-time crop health monitoring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64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4 Languages + Voice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301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TTS speaks Amharic, Oromiffa, Tigrinya natively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0" y="31546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3264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Push Notifications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36301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alerts based on satellite + seasonal calendar. 4 languages.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0" y="315468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2644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Privacy-First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6301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device. GDPR compliant. Inline consent. No tracking ever.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727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Impact 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09320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ETB loss prevented per farmer. Competition-ready metrics.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4727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23+ Ethiopian Papers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509320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diagnosis linked to EIAR, Jimma University, CIMMYT research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0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23+ Ethiopian Peer-Reviewed Papers — 2019 to 2025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Wilt CNN detection (98.87% accuracy)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Jimma University, 2021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28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1645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EBW Management — 65.7% → 10.1%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0848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Life Sci Biomed, 2024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Loss from Wilting Disease, Sidama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Agric Economics, 2024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65176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0" y="2743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Tef Diseases — Updated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182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EIAR Debre Zeit ARC, 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4904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23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840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Teff: A Healthy Crop of the Century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2793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Crops, Springer, 2025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74904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74904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023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0" y="3840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for Rust Ug99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42793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/ CIMMYT / EIAR, 2019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8463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84632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120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4937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Maize Disease &amp;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5376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/ FAO Ethiopia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4846320"/>
            <a:ext cx="5486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4846320"/>
            <a:ext cx="640080" cy="960120"/>
          </a:xfrm>
          <a:prstGeom prst="roundRect">
            <a:avLst>
              <a:gd name="adj" fmla="val 1142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5120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0" y="4937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McKnight-CCRP Integrated Management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9440" y="5376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McKnight Foundation / CGIAR, 2022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0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Reach 15 Million Ethiopian Farming Families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A3005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40–70%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early treatment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A3005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29768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diagnosed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A3005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37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13816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crops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A3005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papers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knowledge 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A3005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29768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spoken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1A3005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D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13816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EIAR research centers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direct call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INTERFACE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4 Languages · Voice TTS/STT · Offline · Push Notifications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256A0A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01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8013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4 Scout → OpenRouter → Gemini · Triple Fallback · Vision Models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340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LAYER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7340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REST API · Sentinel-2 NDVI · Real JWT Auth · 8-crop thresholds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A3A05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667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PRIVACY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6667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v4 · localStorage · No server storage · GDPR compliant · Consent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553712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A3A05"/>
          </a:solidFill>
          <a:ln w="12700">
            <a:solidFill>
              <a:srgbClr val="AACC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99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45994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v3.1 · 12 endpoints · web-push · Africa's Talking SMS · Google TTS proxy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532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LOCAL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5532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TF.js MobileNetV2 · On-device inference · Training in progress (200+ photos needed)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203"/>
          </a:solidFill>
          <a:ln w="12700">
            <a:solidFill>
              <a:srgbClr val="0D22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SEEKING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DC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Resilience Guardian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Gulilat Kasiye Worku (ጉልላት ካስዬ ዎርቁ)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AI Developer &amp; Entrepreneur · Hawassa, Ethiopia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4A06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042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Funding / Investment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to train custom TF.js models for all 8 Ethiopian crops and scale to all EIAR regions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4A06"/>
          </a:solidFill>
          <a:ln w="12700">
            <a:solidFill>
              <a:srgbClr val="B8D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3042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D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Partnership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NGO, university, or government partnership for data collection and field deployment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794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4A0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044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Competition Prize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Zindi Africa · Google for Startups · Tony Elumelu Foundation · UN WFP Innovation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E4A0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9044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Global Recognition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2976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CGIAR, FAO Ethiopia, World Bank for international scale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62356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2D6A0A"/>
          </a:solidFill>
          <a:ln w="12700">
            <a:solidFill>
              <a:srgbClr val="2D6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7424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gulilatkasiye4@gmail.com  ·  📞 +251 704 161 402  ·  🌐 resilienceguardian.onrender.com  ·  github.com/guleaada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2026-05-22T19:15:03Z</dcterms:created>
  <dcterms:modified xsi:type="dcterms:W3CDTF">2026-05-22T19:15:03Z</dcterms:modified>
</cp:coreProperties>
</file>